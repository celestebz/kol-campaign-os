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68144db7c34bc9" /><Relationship Type="http://schemas.openxmlformats.org/officeDocument/2006/relationships/extended-properties" Target="/docProps/app.xml" Id="R7dbe232ae3ba4428" /><Relationship Type="http://schemas.openxmlformats.org/officeDocument/2006/relationships/officeDocument" Target="/ppt/presentation.xml" Id="Rc1b0e6ab3965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052c97e5a4402"/>
    <p:sldMasterId xmlns:r="http://schemas.openxmlformats.org/officeDocument/2006/relationships" id="2147483650" r:id="R75b89d1f49da4d60"/>
  </p:sldMasterIdLst>
  <p:notesMasterIdLst>
    <p:notesMasterId xmlns:r="http://schemas.openxmlformats.org/officeDocument/2006/relationships" r:id="Ra59a7f4314d142b5"/>
  </p:notesMasterIdLst>
  <p:sldIdLst>
    <p:sldId xmlns:r="http://schemas.openxmlformats.org/officeDocument/2006/relationships" id="256" r:id="R24538f75754743be"/>
    <p:sldId xmlns:r="http://schemas.openxmlformats.org/officeDocument/2006/relationships" id="257" r:id="R5c466c6276be4ed9"/>
    <p:sldId xmlns:r="http://schemas.openxmlformats.org/officeDocument/2006/relationships" id="258" r:id="Red1972a3fd8e4126"/>
    <p:sldId xmlns:r="http://schemas.openxmlformats.org/officeDocument/2006/relationships" id="259" r:id="Rb7737657f8414961"/>
    <p:sldId xmlns:r="http://schemas.openxmlformats.org/officeDocument/2006/relationships" id="260" r:id="Rc023f82a926548a1"/>
    <p:sldId xmlns:r="http://schemas.openxmlformats.org/officeDocument/2006/relationships" id="261" r:id="R142367bd32824291"/>
    <p:sldId xmlns:r="http://schemas.openxmlformats.org/officeDocument/2006/relationships" id="262" r:id="R6155da866c28465e"/>
    <p:sldId xmlns:r="http://schemas.openxmlformats.org/officeDocument/2006/relationships" id="263" r:id="R7c9f5a298dbc4f08"/>
    <p:sldId xmlns:r="http://schemas.openxmlformats.org/officeDocument/2006/relationships" id="264" r:id="R11c8ef53f6a24366"/>
    <p:sldId xmlns:r="http://schemas.openxmlformats.org/officeDocument/2006/relationships" id="265" r:id="R1fb5399bc2a04ff7"/>
    <p:sldId xmlns:r="http://schemas.openxmlformats.org/officeDocument/2006/relationships" id="266" r:id="Rc34991d2a72b4581"/>
    <p:sldId xmlns:r="http://schemas.openxmlformats.org/officeDocument/2006/relationships" id="267" r:id="Rf901ad84e1064b10"/>
  </p:sldIdLst>
  <p:sldSz cx="9144000" cy="514794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aac49950e4134" /><Relationship Type="http://schemas.openxmlformats.org/officeDocument/2006/relationships/slideMaster" Target="/ppt/slideMasters/slideMaster1.xml" Id="Rfd2052c97e5a4402" /><Relationship Type="http://schemas.openxmlformats.org/officeDocument/2006/relationships/slideMaster" Target="/ppt/slideMasters/slideMaster2.xml" Id="R75b89d1f49da4d60" /><Relationship Type="http://schemas.openxmlformats.org/officeDocument/2006/relationships/notesMaster" Target="/ppt/notesMasters/notesMaster1.xml" Id="Ra59a7f4314d142b5" /><Relationship Type="http://schemas.openxmlformats.org/officeDocument/2006/relationships/presProps" Target="/ppt/presProps.xml" Id="Rb8e6843af3b045ff" /><Relationship Type="http://schemas.openxmlformats.org/officeDocument/2006/relationships/tableStyles" Target="/ppt/tableStyles.xml" Id="R83c2cb4fb30640ec" /><Relationship Type="http://schemas.openxmlformats.org/officeDocument/2006/relationships/slide" Target="/ppt/slides/slide1.xml" Id="R24538f75754743be" /><Relationship Type="http://schemas.openxmlformats.org/officeDocument/2006/relationships/slide" Target="/ppt/slides/slide2.xml" Id="R5c466c6276be4ed9" /><Relationship Type="http://schemas.openxmlformats.org/officeDocument/2006/relationships/slide" Target="/ppt/slides/slide3.xml" Id="Red1972a3fd8e4126" /><Relationship Type="http://schemas.openxmlformats.org/officeDocument/2006/relationships/slide" Target="/ppt/slides/slide4.xml" Id="Rb7737657f8414961" /><Relationship Type="http://schemas.openxmlformats.org/officeDocument/2006/relationships/slide" Target="/ppt/slides/slide5.xml" Id="Rc023f82a926548a1" /><Relationship Type="http://schemas.openxmlformats.org/officeDocument/2006/relationships/slide" Target="/ppt/slides/slide6.xml" Id="R142367bd32824291" /><Relationship Type="http://schemas.openxmlformats.org/officeDocument/2006/relationships/slide" Target="/ppt/slides/slide7.xml" Id="R6155da866c28465e" /><Relationship Type="http://schemas.openxmlformats.org/officeDocument/2006/relationships/slide" Target="/ppt/slides/slide8.xml" Id="R7c9f5a298dbc4f08" /><Relationship Type="http://schemas.openxmlformats.org/officeDocument/2006/relationships/slide" Target="/ppt/slides/slide9.xml" Id="R11c8ef53f6a24366" /><Relationship Type="http://schemas.openxmlformats.org/officeDocument/2006/relationships/slide" Target="/ppt/slides/slide10.xml" Id="R1fb5399bc2a04ff7" /><Relationship Type="http://schemas.openxmlformats.org/officeDocument/2006/relationships/slide" Target="/ppt/slides/slide11.xml" Id="Rc34991d2a72b4581" /><Relationship Type="http://schemas.openxmlformats.org/officeDocument/2006/relationships/slide" Target="/ppt/slides/slide12.xml" Id="Rf901ad84e106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76631ebb60c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431bb30ca4011" /><Relationship Type="http://schemas.openxmlformats.org/officeDocument/2006/relationships/notesMaster" Target="/ppt/notesMasters/notesMaster1.xml" Id="Rdca886c65212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652fe1f93043bc" /><Relationship Type="http://schemas.openxmlformats.org/officeDocument/2006/relationships/notesMaster" Target="/ppt/notesMasters/notesMaster1.xml" Id="R743a3b9c524043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9c054bd414f5b" /><Relationship Type="http://schemas.openxmlformats.org/officeDocument/2006/relationships/notesMaster" Target="/ppt/notesMasters/notesMaster1.xml" Id="R50565df21f0f49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bffd93b094c33" /><Relationship Type="http://schemas.openxmlformats.org/officeDocument/2006/relationships/notesMaster" Target="/ppt/notesMasters/notesMaster1.xml" Id="Rb58da74e9fb7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3636a341b4189" /><Relationship Type="http://schemas.openxmlformats.org/officeDocument/2006/relationships/notesMaster" Target="/ppt/notesMasters/notesMaster1.xml" Id="Rcb4b3dc44c734f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f05ebc6781489f" /><Relationship Type="http://schemas.openxmlformats.org/officeDocument/2006/relationships/notesMaster" Target="/ppt/notesMasters/notesMaster1.xml" Id="R49cbbd0cde60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3772350bf4bc5" /><Relationship Type="http://schemas.openxmlformats.org/officeDocument/2006/relationships/notesMaster" Target="/ppt/notesMasters/notesMaster1.xml" Id="Rcd15f110080f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adb14be7464c51" /><Relationship Type="http://schemas.openxmlformats.org/officeDocument/2006/relationships/notesMaster" Target="/ppt/notesMasters/notesMaster1.xml" Id="R02a82dae045c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201c9b84c744a2" /><Relationship Type="http://schemas.openxmlformats.org/officeDocument/2006/relationships/notesMaster" Target="/ppt/notesMasters/notesMaster1.xml" Id="R40e2ddd532a748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b397911f2f4f9c" /><Relationship Type="http://schemas.openxmlformats.org/officeDocument/2006/relationships/notesMaster" Target="/ppt/notesMasters/notesMaster1.xml" Id="R602b6bcc92d84b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eb097146c64fb2" /><Relationship Type="http://schemas.openxmlformats.org/officeDocument/2006/relationships/notesMaster" Target="/ppt/notesMasters/notesMaster1.xml" Id="R1f97f6e6c32244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d2213ee8604767" /><Relationship Type="http://schemas.openxmlformats.org/officeDocument/2006/relationships/notesMaster" Target="/ppt/notesMasters/notesMaster1.xml" Id="R55a74933ce8f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2c77d5bb74b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57967573584a8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3c1d1b2bc4f2c" /><Relationship Type="http://schemas.openxmlformats.org/officeDocument/2006/relationships/slideLayout" Target="/ppt/slideLayouts/slideLayout1.xml" Id="Rfb1b7a71a0e3467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ae72be4620248fc" /><Relationship Type="http://schemas.openxmlformats.org/officeDocument/2006/relationships/slideLayout" Target="/ppt/slideLayouts/slideLayout2.xml" Id="R3143d05f859a4c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b7a71a0e34672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143d05f859a4c28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d16e98b24fef" /><Relationship Type="http://schemas.openxmlformats.org/officeDocument/2006/relationships/image" Target="/ppt/media/image.png" Id="Rce324b1a15874f95" /><Relationship Type="http://schemas.openxmlformats.org/officeDocument/2006/relationships/image" Target="/ppt/media/image2.png" Id="R9a845ad0f32b462c" /><Relationship Type="http://schemas.openxmlformats.org/officeDocument/2006/relationships/notesSlide" Target="/ppt/notesSlides/notesSlide1.xml" Id="Rf6fb258d329c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e589ad0234be9" /><Relationship Type="http://schemas.openxmlformats.org/officeDocument/2006/relationships/image" Target="/ppt/media/image.png" Id="R879fec9bc10c4124" /><Relationship Type="http://schemas.openxmlformats.org/officeDocument/2006/relationships/image" Target="/ppt/media/image3.png" Id="R15d95bd44dc04a6c" /><Relationship Type="http://schemas.openxmlformats.org/officeDocument/2006/relationships/notesSlide" Target="/ppt/notesSlides/notesSlide2.xml" Id="R48972c001ca0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84c58544f4caa" /><Relationship Type="http://schemas.openxmlformats.org/officeDocument/2006/relationships/image" Target="/ppt/media/image.png" Id="R64dcb4137ac14a92" /><Relationship Type="http://schemas.openxmlformats.org/officeDocument/2006/relationships/image" Target="/ppt/media/image3.png" Id="Rb9ffbaeed03b4e41" /><Relationship Type="http://schemas.openxmlformats.org/officeDocument/2006/relationships/notesSlide" Target="/ppt/notesSlides/notesSlide3.xml" Id="Rc26897a8795746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264fe5ff14868" /><Relationship Type="http://schemas.openxmlformats.org/officeDocument/2006/relationships/image" Target="/ppt/media/image3.png" Id="Rd3fafb889fc24bb3" /><Relationship Type="http://schemas.openxmlformats.org/officeDocument/2006/relationships/image" Target="/ppt/media/image.png" Id="Ra741e1467fec4bca" /><Relationship Type="http://schemas.openxmlformats.org/officeDocument/2006/relationships/notesSlide" Target="/ppt/notesSlides/notesSlide4.xml" Id="R01542f36a13f4d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89866d35f4bd9" /><Relationship Type="http://schemas.openxmlformats.org/officeDocument/2006/relationships/image" Target="/ppt/media/image.png" Id="R5beb920a25cb43af" /><Relationship Type="http://schemas.openxmlformats.org/officeDocument/2006/relationships/image" Target="/ppt/media/image3.png" Id="R895bd45cb72a4e8c" /><Relationship Type="http://schemas.openxmlformats.org/officeDocument/2006/relationships/notesSlide" Target="/ppt/notesSlides/notesSlide5.xml" Id="Raacd834f560343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83eb9771c4fae" /><Relationship Type="http://schemas.openxmlformats.org/officeDocument/2006/relationships/image" Target="/ppt/media/image.png" Id="R8e65904d41934369" /><Relationship Type="http://schemas.openxmlformats.org/officeDocument/2006/relationships/image" Target="/ppt/media/image3.png" Id="R664523f654824b90" /><Relationship Type="http://schemas.openxmlformats.org/officeDocument/2006/relationships/notesSlide" Target="/ppt/notesSlides/notesSlide6.xml" Id="Rbbce8c2e0442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373ed1554db1" /><Relationship Type="http://schemas.openxmlformats.org/officeDocument/2006/relationships/image" Target="/ppt/media/image3.png" Id="Rc0f0344268944db4" /><Relationship Type="http://schemas.openxmlformats.org/officeDocument/2006/relationships/image" Target="/ppt/media/image.png" Id="R7447876583f64271" /><Relationship Type="http://schemas.openxmlformats.org/officeDocument/2006/relationships/notesSlide" Target="/ppt/notesSlides/notesSlide7.xml" Id="Ra1e9972a14a1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abb3759504e67" /><Relationship Type="http://schemas.openxmlformats.org/officeDocument/2006/relationships/image" Target="/ppt/media/image.png" Id="Re87c0006329f45e5" /><Relationship Type="http://schemas.openxmlformats.org/officeDocument/2006/relationships/image" Target="/ppt/media/image3.png" Id="R285b21b64d0e46e5" /><Relationship Type="http://schemas.openxmlformats.org/officeDocument/2006/relationships/notesSlide" Target="/ppt/notesSlides/notesSlide8.xml" Id="R8628d5baec394c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4668532924980" /><Relationship Type="http://schemas.openxmlformats.org/officeDocument/2006/relationships/image" Target="/ppt/media/image3.png" Id="Raf69c67b23404498" /><Relationship Type="http://schemas.openxmlformats.org/officeDocument/2006/relationships/image" Target="/ppt/media/image.png" Id="R584995d7415f4827" /><Relationship Type="http://schemas.openxmlformats.org/officeDocument/2006/relationships/notesSlide" Target="/ppt/notesSlides/notesSlide9.xml" Id="R9fc361506166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e3d8946cd4f91" /><Relationship Type="http://schemas.openxmlformats.org/officeDocument/2006/relationships/image" Target="/ppt/media/image3.png" Id="Rfdc1275e49334440" /><Relationship Type="http://schemas.openxmlformats.org/officeDocument/2006/relationships/image" Target="/ppt/media/image.png" Id="R805d3765aca2461b" /><Relationship Type="http://schemas.openxmlformats.org/officeDocument/2006/relationships/notesSlide" Target="/ppt/notesSlides/notesSlide10.xml" Id="R0d9eb4d7bd89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86903baa24936" /><Relationship Type="http://schemas.openxmlformats.org/officeDocument/2006/relationships/image" Target="/ppt/media/image.png" Id="R0a8753fad1874780" /><Relationship Type="http://schemas.openxmlformats.org/officeDocument/2006/relationships/image" Target="/ppt/media/image3.png" Id="R5d08b637b00a45ed" /><Relationship Type="http://schemas.openxmlformats.org/officeDocument/2006/relationships/notesSlide" Target="/ppt/notesSlides/notesSlide11.xml" Id="R969c23bd1d6e40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5959d8d1c41f6" /><Relationship Type="http://schemas.openxmlformats.org/officeDocument/2006/relationships/image" Target="/ppt/media/image3.png" Id="R3bda04ab35d1433f" /><Relationship Type="http://schemas.openxmlformats.org/officeDocument/2006/relationships/image" Target="/ppt/media/image.png" Id="Rdbbf4696db694101" /><Relationship Type="http://schemas.openxmlformats.org/officeDocument/2006/relationships/notesSlide" Target="/ppt/notesSlides/notesSlide12.xml" Id="R9bbb807dde664e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ED9F91-F287-476A-AB5D-133E7C6E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870338-49D7-4642-A702-8E5078FE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4048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831E13-4879-4463-912C-B40A6A5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0"/>
            <a:ext cx="109728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6D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81FE37-9FA8-45D0-8496-82EC458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926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我和我的龙虾公司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BEE893F-8754-409A-B50C-71FB6FD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60320"/>
            <a:ext cx="1828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6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F7009C-C2F7-4EDF-822C-329B57FB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社团直播展示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894ADB-9EFC-453D-9497-D677942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E8B86D"/>
                </a:solidFill>
                <a:latin typeface="微软雅黑"/>
                <a:ea typeface="微软雅黑"/>
                <a:cs typeface="微软雅黑"/>
              </a:rPr>
              <a:t>10 分钟轻松分享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9050199-CC2F-46E4-A4F0-2F73980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1440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19050">
            <a:solidFill>
              <a:srgbClr val="C88A5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1504A9-BEE4-4F8D-8237-113D373F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45920"/>
            <a:ext cx="265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buNone/>
            </a:pPr>
            <a:r>
              <a:rPr sz="20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KOL Campaign OS</a:t>
            </a:r>
          </a:p>
          <a:p xmlns:a="http://schemas.openxmlformats.org/drawingml/2006/main">
            <a:pPr marL="0" indent="0" algn="ctr">
              <a:lnSpc>
                <a:spcPct val="150000"/>
              </a:lnSpc>
              <a:buNone/>
            </a:pPr>
            <a:r>
              <a:rPr sz="20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—— 我的智能体公司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A8F989D-845B-4FA3-8FD6-36E67C6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29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24b1a15874f9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" y="0"/>
            <a:ext cx="685165" cy="685165"/>
          </a:xfrm>
          <a:prstGeom xmlns:a="http://schemas.openxmlformats.org/drawingml/2006/main" prst="rect">
            <a:avLst/>
          </a:prstGeom>
        </p:spPr>
      </p:pic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45ad0f32b462c"/>
          <a:srcRect xmlns:a="http://schemas.openxmlformats.org/drawingml/2006/main" l="0" t="831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4925"/>
            <a:ext cx="958215" cy="413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22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963194-5C79-499A-B8E5-BFC5ED9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E6FF3D-536B-46D4-A915-177EAA3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E03917-F975-4B2D-A6AD-D2F2A749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124BC20-3DB2-41C1-B9DB-B41B3771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目  录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C81120-1CA5-4D48-89B1-2B49B6D0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9144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881C373-66AD-4BA5-99A5-382E1D4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FC9CC4-C22E-4427-8C0F-A57EFFA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092BC59-99D0-4E5F-ACF9-2A96CFEE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41732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我为什么开始养龙虾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A64F04-EE87-4526-953C-21B2E22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1907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从工作里的 KOL 营销需求说起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356197B-08EE-46EB-8988-AC28D84F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DD6393-30C0-437F-BF37-BC8BDAFE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F434EE-2183-465A-B491-D1CBE0D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2402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它为什么变成一家公司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B3EA9-4274-4A71-ABEE-FD5E099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54203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从 Finder Skill 到 KOL Campaign OS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87138B7-DD27-497C-9C6B-38E5779D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2834C07-4541-4F1D-A203-41B6267B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DC01B5-663E-472B-804C-FBB488BD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06324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龙虾员工怎么协作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1584BD0-4BBD-4F93-BB2A-27B83C0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6499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活动策划师、KOL 开发专员、资源运营、复盘分析师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804468D-8CCD-40FF-8385-3C02535E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E58FCCD-D1F8-4379-8BCC-00ABC37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78ED0E2-BE33-4A5D-BD9A-34F713B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862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真实案例与下一步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F21977E-6234-4E71-92D1-71233CC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18795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Boss VE-500 找 YouTube 测评 KOL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1279272-034E-4497-886A-E4F5FD91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5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fec9bc10c412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5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95bd44dc04a6c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66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31B7A4-FDD8-4742-958C-E9404CA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6DF2D3-BB1A-4A8B-BFE4-A07DF1C6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5C7641E-B079-4AD9-BBA8-FEB1FEB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2F7888-6B13-4BC2-B723-DF769CC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09728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0E0"/>
          </a:solidFill>
          <a:ln xmlns:a="http://schemas.openxmlformats.org/drawingml/2006/main" w="25400">
            <a:solidFill>
              <a:srgbClr val="C88A5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A6CAD14-D893-456C-9BF2-1F3DC32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4592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8B7355"/>
                </a:solidFill>
                <a:latin typeface="Arial"/>
                <a:ea typeface="Arial"/>
                <a:cs typeface="Arial"/>
              </a:rPr>
              <a:t>PART 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9EEEA5D-0FDC-421B-A8E6-F927341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03120"/>
            <a:ext cx="3291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我为什么开始养龙虾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891E17E-9E1C-40CB-8DDF-688E5A3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108960"/>
            <a:ext cx="12801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E90BA83-8D81-4201-8F44-C337797C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25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cb4137ac14a9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26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fbaeed03b4e41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76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384C2E-FDA6-459A-BECB-9D3598EE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5E03027-8892-48C8-8ABB-E9CFFBC6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ABFF16F-8E34-4BEA-B147-131C00B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3BADD2-D1E1-4BB3-83DC-41BEB80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380" y="39243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自我介绍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7A0E5AE-764C-48B5-846A-BADEE822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64592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0E0"/>
          </a:solidFill>
          <a:ln xmlns:a="http://schemas.openxmlformats.org/drawingml/2006/main" w="25400">
            <a:solidFill>
              <a:srgbClr val="C88A5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0DFC77-F532-4471-9648-CAD0631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645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Celeste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KOL 营销实践者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26918A-0679-40E6-A9DE-6F87056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097280"/>
            <a:ext cx="6217920" cy="347472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3FD872-F946-4CE4-9127-820D10F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8016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工作背景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793E522-907E-4169-AA57-FAA24EB6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27632"/>
            <a:ext cx="56692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3BBD64A-6917-4714-998F-5F013524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27632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KOL 营销是我工作的一部分，经常需要为产品找到合适的创作者。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8A557E-B85B-4380-A93E-9A69889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172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最初想法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1E8A94D-DB0F-4780-B69E-D414001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79192"/>
            <a:ext cx="56692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3316EC3-CE0C-433B-B3D7-ED98FEDC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79192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我想试试：能不能让 Codex 这类智能体，帮我更快找到 KOL？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8BD11B-FF30-4CE3-BE33-EAB8363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832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个人标签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5BFD567-F532-4727-8A3C-C6CE7557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0752"/>
            <a:ext cx="56692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3726691-BFE6-4530-98BD-54161AA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730752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把真实工作流程，拆给智能体一起做的人。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08FDDFC-E10D-44A5-AA49-FF5E5FC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afb889fc24bb3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pic>
        <p:nvPicPr>
          <p:cNvPr id="45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1e1467fec4bca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0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F5A608-E4B0-4D75-B6F8-3A24D5F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8A2804-E6AC-478D-ADC2-DB914A3E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483FBD-A0E3-4139-9B31-B61D3AC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16CD11-0AB2-4A77-92ED-D2E8A2C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470535"/>
            <a:ext cx="54686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我和这家公司，是从一个很小的需求开始的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6BC6BD-D550-49EF-B918-B79B42D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3291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D136A4-DF05-4980-BB2D-4E3E666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15CC68-BEFA-48EE-9D1E-00374147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25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第一只龙虾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8A9917-48F4-419D-A2B4-73623F0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9164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我先做了一个 KOL Finder Skill，目标很朴素：帮我更快找到候选 KOL。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38B463-448A-494A-8779-D3AA8DF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50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6F15EA1-6557-4A28-8F89-ACA556D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3172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很快发现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928B7D-C4F1-4485-A8CB-AE6B7B3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找 KOL 不是一次搜索，它牵涉策略、证据、资料沉淀和后续判断。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874DDC9-1C5A-4CF3-893D-EA8FE36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564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2F7138-FAF7-4DA9-B908-22676720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后来演变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6B5756-ADDA-4CF3-BCCD-B7BE7169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0332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我做过 KOL-Marketing skills，但最后发现：这件事更适合做成一个系统。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30836F-7B4C-4AE4-9CB1-2467F17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b920a25cb43af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4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bd45cb72a4e8c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64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CBA6DD-0568-418B-8690-06CAF9A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74ED33-B17F-48F1-8541-FEC0BBFB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0D3F2B-F1CC-4028-9871-9A1778C0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2564F4D-4C04-4DDB-9CBB-923C905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09728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0E0"/>
          </a:solidFill>
          <a:ln xmlns:a="http://schemas.openxmlformats.org/drawingml/2006/main" w="25400">
            <a:solidFill>
              <a:srgbClr val="C88A5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6A8221-F391-4C27-971C-DA8AF72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4592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8B7355"/>
                </a:solidFill>
                <a:latin typeface="Arial"/>
                <a:ea typeface="Arial"/>
                <a:cs typeface="Arial"/>
              </a:rPr>
              <a:t>PART 02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437DF91-AFE6-4F53-B38E-92BBD9E0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03120"/>
            <a:ext cx="3291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我的龙虾公司介绍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760CF94-C77A-4289-AAAE-B28B2F2A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108960"/>
            <a:ext cx="12801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58F7FD-D535-4931-983E-D27604E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25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5904d4193436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26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523f654824b90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51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BA63A9-E0B5-450D-B05E-C2E2286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13C0712-20FC-4505-B09D-F50FEEB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B69DDE-A123-4D89-AB30-450647C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FB0FA5-25C4-47CB-B359-5E9CBE2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95" y="457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我的龙虾公司，其实是一支 KOL 营销小队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035AA1-66D7-4F8C-BF26-A608C44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C88A5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CDF3B0-6D95-4562-AE82-E1B20F6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活动策划师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49451E-B832-4C5C-B55E-6FC34A6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0152CB4-6BEB-4CD9-B294-3949C28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Strategy：先把品牌、产品、市场和目标人群翻译成找人标准。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CAC3A4-B89E-48FC-A1D9-F7EA42A1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E8B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D05D4A6-5438-4C65-A137-BC9DE6E1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KOL 开发专员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F252997-CEE3-4BC8-929F-C21DA8F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1920B0-94C2-44F4-A91C-CF2A9A9D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Finder：去平台上搜索、筛选 KOL，并收集视频证据。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17BCDA-8155-4F32-A5A3-0E06A1A1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6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F0E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9FBABDD-3591-4D47-ABBF-DD0B4D4B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KOL 资源运营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18D9BC-399E-436B-9841-D141091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Database：管理候选人资料、评分、状态和历史记录。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FD93C3-A2A1-40C2-876B-A621E80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5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0344268944db4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pic>
        <p:nvPicPr>
          <p:cNvPr id="46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7876583f6427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0D402-23BF-4908-8A9A-55D78E0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623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F4738"/>
                </a:solidFill>
              </a:defRPr>
            </a:pPr>
            <a:r>
              <a:rPr sz="1050" b="1">
                <a:solidFill>
                  <a:srgbClr val="5F4738"/>
                </a:solidFill>
              </a:rPr>
              <a:t>复盘分析师：对应 Report，整理结果，告诉我下一步该推进谁。</a:t>
            </a:r>
          </a:p>
        </p:txBody>
      </p:sp>
    </p:spTree>
    <p:extLst>
      <p:ext uri="{BB962C8B-B14F-4D97-AF65-F5344CB8AC3E}">
        <p14:creationId xmlns:p14="http://schemas.microsoft.com/office/powerpoint/2010/main" val="980477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0F2FC3-74F7-4794-B2A7-9A5F266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CC2214-DB88-442D-9984-D273DC0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C49E52-8E72-4BEE-BE8D-E16777BE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286C4A-78FE-42DA-A0F9-A148534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965" y="46609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这家公司怎么运转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3D463C2-F52F-408A-8A1C-F4C50DE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142605" cy="323405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6350">
            <a:solidFill>
              <a:srgbClr val="DBA978"/>
            </a:solidFill>
            <a:prstDash val="solid"/>
          </a:ln>
          <a:effectLst xmlns:a="http://schemas.openxmlformats.org/drawingml/2006/main">
            <a:outerShdw blurRad="38100" dist="12700" dir="16200000" algn="bl" rotWithShape="0">
              <a:srgbClr val="D0D0D0">
                <a:alpha val="3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889EEF-A250-406C-B058-9A4A99B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16990"/>
            <a:ext cx="7837805" cy="27412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一次 KOL 寻找任务，不是“搜一下就结束”。它会先把需求变成策略，再用数据源找证据，把候选人沉淀进资料库，最后形成可复盘的结果。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A37454B-FE46-406E-9573-5586FD8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8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c0006329f45e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4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b21b64d0e46e5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32446-FFAC-4C3D-AA8C-F1D8160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C88A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活动策划师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把 brief 变成标准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BB564B-C331-49EA-9990-289841F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C88A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KOL 开发专员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搜索并收集证据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D5D4F-B8FD-4773-BC0C-F0B1584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14625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C88A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KOL 资源运营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入库、评分、去重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B83FF9-7577-46A7-8C46-28855260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1430">
            <a:solidFill>
              <a:srgbClr val="C88A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复盘分析师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5F4738"/>
                </a:solidFill>
              </a:defRPr>
            </a:pPr>
            <a:r>
              <a:rPr sz="938" b="0">
                <a:solidFill>
                  <a:srgbClr val="5F4738"/>
                </a:solidFill>
              </a:rPr>
              <a:t>输出结果和建议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DB5767-AB59-4113-916F-871927E5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8A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DE00B-21E0-4ADF-B229-DE30130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8A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F17BB-111B-4F98-AF4A-35590F3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8A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E7F361-D737-4304-AB9B-59F0DE0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7A5842"/>
                </a:solidFill>
              </a:defRPr>
            </a:pPr>
            <a:r>
              <a:rPr sz="1050">
                <a:solidFill>
                  <a:srgbClr val="7A5842"/>
                </a:solidFill>
              </a:rPr>
              <a:t>目前已经跑通：Campaign -&gt; Strategy -&gt; Finder -&gt; Raw Candidates / KOL 管理。Outreach、Invoice、Project Ops 还在后续计划里。</a:t>
            </a:r>
          </a:p>
        </p:txBody>
      </p:sp>
    </p:spTree>
    <p:extLst>
      <p:ext uri="{BB962C8B-B14F-4D97-AF65-F5344CB8AC3E}">
        <p14:creationId xmlns:p14="http://schemas.microsoft.com/office/powerpoint/2010/main" val="7501182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9D4A2A-8975-4D6B-9B53-F2A6139E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5DEFA8B-D3B9-41C0-A4E5-91183A3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184DD0-B2E6-4DBC-A804-C39B065B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399EBAF-42AE-4279-A6CB-86C8BFF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09728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0E0"/>
          </a:solidFill>
          <a:ln xmlns:a="http://schemas.openxmlformats.org/drawingml/2006/main" w="25400">
            <a:solidFill>
              <a:srgbClr val="C88A5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C4D90F-0F8F-4596-8730-5205BA5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64592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8B7355"/>
                </a:solidFill>
                <a:latin typeface="Arial"/>
                <a:ea typeface="Arial"/>
                <a:cs typeface="Arial"/>
              </a:rPr>
              <a:t>PART 03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2D601C-6BB4-4E89-A5A5-BDB49D0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03120"/>
            <a:ext cx="3291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真实案例：Boss VE-500 找 KOL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4727CE-5F46-4D60-96E6-F65550A0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108960"/>
            <a:ext cx="12801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2E064E2-782C-4115-9292-2F9A970F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25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9c67b23404498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pic>
        <p:nvPicPr>
          <p:cNvPr id="26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995d7415f482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249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BA63A9-E0B5-450D-B05E-C2E2286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13C0712-20FC-4505-B09D-F50FEEB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B69DDE-A123-4D89-AB30-450647C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FB0FA5-25C4-47CB-B359-5E9CBE2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95" y="457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这次我让龙虾公司找什么人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035AA1-66D7-4F8C-BF26-A608C44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C88A5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CDF3B0-6D95-4562-AE82-E1B20F6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任务 brief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49451E-B832-4C5C-B55E-6FC34A6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0152CB4-6BEB-4CD9-B294-3949C28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产品/品牌：Boss VE-500；目标市场：美国及英语国家；平台：YouTube；类型：测评；粉丝量偏好：10k 以上。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CAC3A4-B89E-48FC-A1D9-F7EA42A1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E8B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D05D4A6-5438-4C65-A137-BC9DE6E1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Finder 跑出的结果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F252997-CEE3-4BC8-929F-C21DA8F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1920B0-94C2-44F4-A91C-CF2A9A9D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使用 YouTube 的 Maton Gateway 数据源，第一轮任务成功返回 32 条视频证据，并生成候选 KOL。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17BCDA-8155-4F32-A5A3-0E06A1A1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6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F0E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9FBABDD-3591-4D47-ABBF-DD0B4D4B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候选示例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18D9BC-399E-436B-9841-D141091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Huw Knows、Aaron Short Music、The Pedal Guy、Guitar Interactive Magazine、Mike Masse。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FD93C3-A2A1-40C2-876B-A621E80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2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1275e49334440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pic>
        <p:nvPicPr>
          <p:cNvPr id="4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d3765aca2461b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770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F5A608-E4B0-4D75-B6F8-3A24D5F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8A2804-E6AC-478D-ADC2-DB914A3E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483FBD-A0E3-4139-9B31-B61D3AC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16CD11-0AB2-4A77-92ED-D2E8A2C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470535"/>
            <a:ext cx="54686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中间最重要的顿悟：Skill 不是公司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6BC6BD-D550-49EF-B918-B79B42D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3291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D136A4-DF05-4980-BB2D-4E3E666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15CC68-BEFA-48EE-9D1E-00374147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25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遇到的难点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8A9917-48F4-419D-A2B4-73623F0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9164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单一 Finder Skill 可以执行搜索，但很难管理长期数据、策略上下文和复盘结果。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38B463-448A-494A-8779-D3AA8DF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50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6F15EA1-6557-4A28-8F89-ACA556D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3172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踩过的坑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928B7D-C4F1-4485-A8CB-AE6B7B3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数据源配置也会影响 Finder 路径：这次就修正了 YouTube 官方 API 与 Maton Gateway 的调用逻辑。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874DDC9-1C5A-4CF3-893D-EA8FE36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564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2F7138-FAF7-4DA9-B908-22676720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真正的转折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6B5756-ADDA-4CF3-BCCD-B7BE7169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03320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我不再把 AI 当成一个按钮，而是开始把工作拆成岗位和流程。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30836F-7B4C-4AE4-9CB1-2467F17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753fad187478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pic>
        <p:nvPicPr>
          <p:cNvPr id="4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8b637b00a45ed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64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BA63A9-E0B5-450D-B05E-C2E2286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13C0712-20FC-4505-B09D-F50FEEB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B69DDE-A123-4D89-AB30-450647C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" cy="51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5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FB0FA5-25C4-47CB-B359-5E9CBE2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95" y="457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4A3728"/>
                </a:solidFill>
                <a:latin typeface="微软雅黑"/>
                <a:ea typeface="微软雅黑"/>
                <a:cs typeface="微软雅黑"/>
              </a:rPr>
              <a:t>下一步，我想继续给公司招聘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035AA1-66D7-4F8C-BF26-A608C44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C88A5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CDF3B0-6D95-4562-AE82-E1B20F6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商务拓展经理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49451E-B832-4C5C-B55E-6FC34A6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0152CB4-6BEB-4CD9-B294-3949C28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Outreach：负责邀约、沟通、报价和合作推进。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CAC3A4-B89E-48FC-A1D9-F7EA42A1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8229600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0E0"/>
          </a:solidFill>
          <a:ln xmlns:a="http://schemas.openxmlformats.org/drawingml/2006/main" w="12700">
            <a:solidFill>
              <a:srgbClr val="E8B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D05D4A6-5438-4C65-A137-BC9DE6E1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财务专员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F252997-CEE3-4BC8-929F-C21DA8F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7680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BA97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1920B0-94C2-44F4-A91C-CF2A9A9D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Invoice：负责合同、发票、付款和预算记录。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17BCDA-8155-4F32-A5A3-0E06A1A1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6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F0E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9FBABDD-3591-4D47-ABBF-DD0B4D4B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88A53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18D9BC-399E-436B-9841-D141091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8B7355"/>
                </a:solidFill>
                <a:latin typeface="微软雅黑"/>
                <a:ea typeface="微软雅黑"/>
                <a:cs typeface="微软雅黑"/>
              </a:rPr>
              <a:t>对应 Project Ops：负责排期、交付和进度协调。目标是训练一间能持续运转的小公司。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FD93C3-A2A1-40C2-876B-A621E80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A978"/>
            </a:solidFill>
            <a:prstDash val="solid"/>
          </a:ln>
        </p:spPr>
      </p:sp>
      <p:pic>
        <p:nvPicPr>
          <p:cNvPr id="45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a04ab35d1433f">
            <a:clrChange>
              <a:clrFrom>
                <a:srgbClr val="FBFAF5">
                  <a:alpha val="100000"/>
                </a:srgbClr>
              </a:clrFrom>
              <a:clrTo>
                <a:srgbClr val="FBFAF5">
                  <a:alpha val="100000"/>
                </a:srgbClr>
              </a:clrTo>
            </a:clrChange>
          </a:blip>
          <a:srcRect xmlns:a="http://schemas.openxmlformats.org/drawingml/2006/main" l="0" t="0" r="0" b="19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225" y="0"/>
            <a:ext cx="1242695" cy="466090"/>
          </a:xfrm>
          <a:prstGeom xmlns:a="http://schemas.openxmlformats.org/drawingml/2006/main" prst="rect">
            <a:avLst/>
          </a:prstGeom>
        </p:spPr>
      </p:pic>
      <p:pic>
        <p:nvPicPr>
          <p:cNvPr id="46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f4696db69410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" y="73025"/>
            <a:ext cx="493395" cy="49339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44AFB-9AEE-4857-AF54-378E235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6F4B32"/>
                </a:solidFill>
              </a:defRPr>
            </a:pPr>
            <a:r>
              <a:rPr sz="1163" b="1">
                <a:solidFill>
                  <a:srgbClr val="6F4B32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04770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2026-07-08T00:06:59.6390000Z</dcterms:created>
  <dcterms:modified xsi:type="dcterms:W3CDTF">2026-07-08T00:06:59.6390000Z</dcterms:modified>
</coreProperties>
</file>